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914400"/>
            <a:ext cx="2286000" cy="228600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95560" y="4480560"/>
            <a:ext cx="1051560" cy="1051560"/>
          </a:xfrm>
          <a:prstGeom prst="ellipse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5074920"/>
            <a:ext cx="502920" cy="502920"/>
          </a:xfrm>
          <a:prstGeom prst="ellipse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17152" y="1536192"/>
            <a:ext cx="1225296" cy="1225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02368" y="1810512"/>
            <a:ext cx="64008" cy="41148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02368" y="2139696"/>
            <a:ext cx="274320" cy="64008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B1834"/>
                </a:solidFill>
                <a:latin typeface="Aptos Display"/>
              </a:defRPr>
            </a:pPr>
            <a:r>
              <a:t>QueueLess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865EB"/>
                </a:solidFill>
                <a:latin typeface="Aptos"/>
              </a:defRPr>
            </a:pPr>
            <a:r>
              <a:t>Smart Queue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 i="1">
                <a:solidFill>
                  <a:srgbClr val="586D8F"/>
                </a:solidFill>
                <a:latin typeface="Aptos"/>
              </a:defRPr>
            </a:pPr>
            <a:r>
              <a:t>Know the queue before you 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223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86D8F"/>
                </a:solidFill>
                <a:latin typeface="Aptos"/>
              </a:defRPr>
            </a:pPr>
            <a:r>
              <a:t>Academic V1  •  Web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B1834"/>
                </a:solidFill>
                <a:latin typeface="Aptos Display"/>
              </a:defRPr>
            </a:pPr>
            <a:r>
              <a:t>Queues are a daily challenge in many public and private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874519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Long waiting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297180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Visitors spend valuable time standing in queues.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874519"/>
            <a:ext cx="73152" cy="1874519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391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No live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96312"/>
            <a:ext cx="297180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People cannot easily see crowd levels, active counters or current tokens.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74519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874519"/>
            <a:ext cx="73152" cy="1874519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0391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Poor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96312"/>
            <a:ext cx="297180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Users may arrive at the busiest time or make unnecessary trips.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865EB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834"/>
                </a:solidFill>
                <a:latin typeface="Aptos Display"/>
              </a:defRPr>
            </a:pPr>
            <a:r>
              <a:t>Create one simple platform that makes queue information visible before a person visits a location.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B1834"/>
                </a:solidFill>
                <a:latin typeface="Aptos Display"/>
              </a:defRPr>
            </a:pPr>
            <a:r>
              <a:t>QueueLess brings queue discovery and planning into one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02336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73152" cy="306324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B1834"/>
                </a:solidFill>
                <a:latin typeface="Aptos Display"/>
              </a:defRPr>
            </a:pPr>
            <a:r>
              <a:t>What QueueLess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50592"/>
            <a:ext cx="361188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586D8F"/>
                </a:solidFill>
                <a:latin typeface="Aptos"/>
              </a:defRPr>
            </a:pPr>
            <a:r>
              <a:t>A web-based queue directory that lets users search service locations, compare queue loads, view live details and choose the required service.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874519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02996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019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219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Find a location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1874519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2996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019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219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Check queue status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3474720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6301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021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221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Choose a service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3474720"/>
            <a:ext cx="640080" cy="640080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6301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5021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B1834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8221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Plan the visit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69164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Live queue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People waiting, current token, active counters and estimated wait.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234440"/>
            <a:ext cx="73152" cy="169164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Search &amp;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5623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Search by place, branch, doctor or service and filter by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234440"/>
            <a:ext cx="73152" cy="1691640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3990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Service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5623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Choose a specific desk, consultation or service before joining.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73152" cy="169164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478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Role-based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Separate access for customers, staff and administrators.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3832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383280"/>
            <a:ext cx="73152" cy="169164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5478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Queue load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00507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Low, medium and high indicators make crowd levels easy to understand.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8328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383280"/>
            <a:ext cx="73152" cy="1691640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5478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0B1834"/>
                </a:solidFill>
                <a:latin typeface="Aptos Display"/>
              </a:defRPr>
            </a:pPr>
            <a:r>
              <a:t>Responsive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005072"/>
            <a:ext cx="29718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586D8F"/>
                </a:solidFill>
                <a:latin typeface="Aptos"/>
              </a:defRPr>
            </a:pPr>
            <a:r>
              <a:t>Clean cards, readable typography and simple navigation.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78308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5623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Provides the page structure: headings, forms, buttons, cards and semantic elements.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73152" cy="178308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99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5623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Designs layout, spacing, colors, typography, responsiveness and visual consistency.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474720"/>
            <a:ext cx="73152" cy="1783080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39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Adds search, filtering, validation, events, queue updates and dynamic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50749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474720"/>
            <a:ext cx="73152" cy="178308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639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0B1834"/>
                </a:solidFill>
                <a:latin typeface="Aptos Display"/>
              </a:defRPr>
            </a:pPr>
            <a:r>
              <a:t>React.js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96512"/>
            <a:ext cx="46634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Creates reusable components and updates the UI efficiently using state and props.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 i="1">
                <a:solidFill>
                  <a:srgbClr val="586D8F"/>
                </a:solidFill>
                <a:latin typeface="Aptos"/>
              </a:defRPr>
            </a:pPr>
            <a:r>
              <a:t>Result: a clean, interactive and component-based web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06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05156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7957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0996" y="158191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1014983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1014983"/>
            <a:ext cx="73152" cy="68580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179575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Open homepage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636776"/>
            <a:ext cx="900684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The user sees the purpose of QueueLess and the main search bar.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01168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3969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0996" y="254203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91640" y="197510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91640" y="1975104"/>
            <a:ext cx="73152" cy="68580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2139696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Search a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96896"/>
            <a:ext cx="900684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Matching hospitals, banks, labs and other services are displayed.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297180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9981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0996" y="350215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91640" y="293522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1640" y="2935224"/>
            <a:ext cx="73152" cy="68580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3099816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Review queue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557016"/>
            <a:ext cx="900684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The user checks waiting time, current token, people waiting and counters.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393192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5993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0996" y="4462272"/>
            <a:ext cx="45720" cy="429768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91640" y="389534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91640" y="3895344"/>
            <a:ext cx="73152" cy="68580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4059936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Select a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517136"/>
            <a:ext cx="900684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The user chooses the required desk or consultation.</a:t>
            </a:r>
          </a:p>
        </p:txBody>
      </p:sp>
      <p:sp>
        <p:nvSpPr>
          <p:cNvPr id="33" name="Oval 32"/>
          <p:cNvSpPr/>
          <p:nvPr/>
        </p:nvSpPr>
        <p:spPr>
          <a:xfrm>
            <a:off x="868680" y="4892040"/>
            <a:ext cx="530352" cy="530352"/>
          </a:xfrm>
          <a:prstGeom prst="ellipse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20055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91640" y="4855464"/>
            <a:ext cx="9418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91640" y="4855464"/>
            <a:ext cx="73152" cy="68580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40" y="5020055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Sign in / continue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477255"/>
            <a:ext cx="9006840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The user enters the login flow and proceeds with the queue journey.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Application Screenshots —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5e0e3d5-b0c6-4b8e-bc3b-7540be05c9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03" y="1115568"/>
            <a:ext cx="3589513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59" y="290779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0B1834"/>
                </a:solidFill>
                <a:latin typeface="Aptos"/>
              </a:defRPr>
            </a:pPr>
            <a:r>
              <a:t>1  •  Home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08960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86D8F"/>
                </a:solidFill>
                <a:latin typeface="Aptos"/>
              </a:defRPr>
            </a:pPr>
            <a:r>
              <a:t>Landing page with search and popular searches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da416e7-cce7-4632-b4d6-4a8021ceba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976" y="1115568"/>
            <a:ext cx="3007726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290779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0B1834"/>
                </a:solidFill>
                <a:latin typeface="Aptos"/>
              </a:defRPr>
            </a:pPr>
            <a:r>
              <a:t>2  •  Login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08960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86D8F"/>
                </a:solidFill>
                <a:latin typeface="Aptos"/>
              </a:defRPr>
            </a:pPr>
            <a:r>
              <a:t>Customer, staff and admin demo sign-in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e36d7e4-6697-43aa-bcc0-e03cd22679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592" y="3721608"/>
            <a:ext cx="3193934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59" y="55138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0B1834"/>
                </a:solidFill>
                <a:latin typeface="Aptos"/>
              </a:defRPr>
            </a:pPr>
            <a:r>
              <a:t>3  •  Search &amp;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715000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86D8F"/>
                </a:solidFill>
                <a:latin typeface="Aptos"/>
              </a:defRPr>
            </a:pPr>
            <a:r>
              <a:t>Filters, queue load and verified locations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1188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446e09d-84c8-470d-ae0a-58cfc6c0a9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292" y="3721608"/>
            <a:ext cx="3049094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92240" y="55138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0B1834"/>
                </a:solidFill>
                <a:latin typeface="Aptos"/>
              </a:defRPr>
            </a:pPr>
            <a:r>
              <a:t>4  •  Location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715000"/>
            <a:ext cx="4937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586D8F"/>
                </a:solidFill>
                <a:latin typeface="Aptos"/>
              </a:defRPr>
            </a:pPr>
            <a:r>
              <a:t>Service selection and live counter 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Benefits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051560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51560"/>
            <a:ext cx="73152" cy="713232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216151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Saves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73352"/>
            <a:ext cx="992124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Users can plan visits according to current queue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84248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984248"/>
            <a:ext cx="73152" cy="713232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Improves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06040"/>
            <a:ext cx="992124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Important queue information is visible and easy to compare.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16936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916936"/>
            <a:ext cx="73152" cy="713232"/>
          </a:xfrm>
          <a:prstGeom prst="rect">
            <a:avLst/>
          </a:prstGeom>
          <a:solidFill>
            <a:srgbClr val="F4A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Better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38728"/>
            <a:ext cx="992124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Simple navigation and clear status labels reduce confusion.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49624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849624"/>
            <a:ext cx="73152" cy="713232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014215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Supports 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71416"/>
            <a:ext cx="992124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Organizations can monitor demand and service activity.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82312"/>
            <a:ext cx="10332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782312"/>
            <a:ext cx="73152" cy="713232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46904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B1834"/>
                </a:solidFill>
                <a:latin typeface="Aptos Display"/>
              </a:defRPr>
            </a:pPr>
            <a:r>
              <a:t>Scalable concept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04104"/>
            <a:ext cx="9921240" cy="-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586D8F"/>
                </a:solidFill>
                <a:latin typeface="Aptos"/>
              </a:defRPr>
            </a:pPr>
            <a:r>
              <a:t>The same model can support hospitals, banks, labs and public offices.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 i="0">
                <a:solidFill>
                  <a:srgbClr val="0B1834"/>
                </a:solidFill>
                <a:latin typeface="Aptos Display"/>
              </a:defRPr>
            </a:pPr>
            <a:r>
              <a:t>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84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865EB"/>
                </a:solidFill>
                <a:latin typeface="Aptos"/>
              </a:defRPr>
            </a:pPr>
            <a:r>
              <a:t>QUEUELESS  /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972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097280"/>
            <a:ext cx="73152" cy="4480560"/>
          </a:xfrm>
          <a:prstGeom prst="rect">
            <a:avLst/>
          </a:prstGeom>
          <a:solidFill>
            <a:srgbClr val="286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B1834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• Real-time backend and database integration</a:t>
            </a:r>
            <a:br/>
            <a:r>
              <a:t>• SMS, email and push notifications</a:t>
            </a:r>
            <a:br/>
            <a:r>
              <a:t>• Digital token booking and cancellation</a:t>
            </a:r>
            <a:br/>
            <a:r>
              <a:t>• Live maps and nearby locations</a:t>
            </a:r>
            <a:br/>
            <a:r>
              <a:t>• Staff analytics dashboard</a:t>
            </a:r>
            <a:br/>
            <a:r>
              <a:t>• AI-based waiting-time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4480560"/>
          </a:xfrm>
          <a:prstGeom prst="rect">
            <a:avLst/>
          </a:prstGeom>
          <a:solidFill>
            <a:srgbClr val="26B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618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B1834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86D8F"/>
                </a:solidFill>
                <a:latin typeface="Aptos"/>
              </a:defRPr>
            </a:pPr>
            <a:r>
              <a:t>QueueLess makes queue information accessible before a visit.</a:t>
            </a:r>
            <a:br/>
            <a:br/>
            <a:r>
              <a:t>It combines search, queue indicators, service selection and role-based access in one user-friendly platform.</a:t>
            </a:r>
            <a:br/>
            <a:br/>
            <a:r>
              <a:t>Goal: reduce uncertainty, save time and improve service experiences.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2865EB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927080" cy="10972"/>
          </a:xfrm>
          <a:prstGeom prst="rect">
            <a:avLst/>
          </a:prstGeom>
          <a:solidFill>
            <a:srgbClr val="DC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QueueLess • Smart Queue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2881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586D8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