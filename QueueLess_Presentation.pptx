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55279" y="0"/>
            <a:ext cx="4236415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95360" y="914400"/>
            <a:ext cx="2286000" cy="2286000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95560" y="4480560"/>
            <a:ext cx="1051560" cy="1051560"/>
          </a:xfrm>
          <a:prstGeom prst="ellipse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72600" y="5074920"/>
            <a:ext cx="502920" cy="502920"/>
          </a:xfrm>
          <a:prstGeom prst="ellipse">
            <a:avLst/>
          </a:prstGeom>
          <a:solidFill>
            <a:srgbClr val="F4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217152" y="1536192"/>
            <a:ext cx="1225296" cy="1225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02368" y="1810512"/>
            <a:ext cx="64008" cy="41148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802368" y="2139696"/>
            <a:ext cx="274320" cy="64008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B1834"/>
                </a:solidFill>
                <a:latin typeface="Aptos Display"/>
              </a:defRPr>
            </a:pPr>
            <a:r>
              <a:t>QueueLess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865EB"/>
                </a:solidFill>
                <a:latin typeface="Aptos"/>
              </a:defRPr>
            </a:pPr>
            <a:r>
              <a:t>Smart Queue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 i="1">
                <a:solidFill>
                  <a:srgbClr val="586D8F"/>
                </a:solidFill>
                <a:latin typeface="Aptos"/>
              </a:defRPr>
            </a:pPr>
            <a:r>
              <a:t>Know the queue before you 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"/>
              </a:defRPr>
            </a:pPr>
            <a:r>
              <a:rPr dirty="0"/>
              <a:t>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22392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86D8F"/>
                </a:solidFill>
                <a:latin typeface="Aptos"/>
              </a:defRPr>
            </a:pPr>
            <a:r>
              <a:rPr dirty="0"/>
              <a:t>•  Web Application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B1834"/>
                </a:solidFill>
                <a:latin typeface="Aptos Display"/>
              </a:defRPr>
            </a:pPr>
            <a:r>
              <a:t>Queues are a daily challenge in many public and private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1874519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Long waiting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96312"/>
            <a:ext cx="297180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Visitors spend valuable time standing in queues.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874519"/>
            <a:ext cx="73152" cy="1874519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20391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No live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96312"/>
            <a:ext cx="297180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People cannot easily see crowd levels, active counters or current tokens.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74519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874519"/>
            <a:ext cx="73152" cy="1874519"/>
          </a:xfrm>
          <a:prstGeom prst="rect">
            <a:avLst/>
          </a:prstGeom>
          <a:solidFill>
            <a:srgbClr val="F4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0391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Poor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496312"/>
            <a:ext cx="297180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Users may arrive at the busiest time or make unnecessary trips.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865EB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B1834"/>
                </a:solidFill>
                <a:latin typeface="Aptos Display"/>
              </a:defRPr>
            </a:pPr>
            <a:r>
              <a:t>Create one simple platform that makes queue information visible before a person visits a location.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B1834"/>
                </a:solidFill>
                <a:latin typeface="Aptos Display"/>
              </a:defRPr>
            </a:pPr>
            <a:r>
              <a:t>QueueLess brings queue discovery and planning into one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02336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3152" cy="306324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9339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B1834"/>
                </a:solidFill>
                <a:latin typeface="Aptos Display"/>
              </a:defRPr>
            </a:pPr>
            <a:r>
              <a:t>What QueueLess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50592"/>
            <a:ext cx="361188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586D8F"/>
                </a:solidFill>
                <a:latin typeface="Aptos"/>
              </a:defRPr>
            </a:pPr>
            <a:r>
              <a:t>A web-based queue directory that lets users search service locations, compare queue loads, view live details and choose the required service.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874519"/>
            <a:ext cx="640080" cy="640080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0" y="2029967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0195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B1834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219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Find a location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1874519"/>
            <a:ext cx="640080" cy="640080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029967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90195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B1834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2219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Check queue status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0" y="3474720"/>
            <a:ext cx="640080" cy="640080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0" y="36301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0215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B1834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221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Choose a service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0" y="3474720"/>
            <a:ext cx="640080" cy="640080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36301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50215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B1834"/>
                </a:solidFill>
                <a:latin typeface="Aptos"/>
              </a:defRPr>
            </a:pPr>
            <a:r>
              <a:t>Join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8221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Plan the visit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69164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Live queue directory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56232"/>
            <a:ext cx="29718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People waiting, current token, active counters and estimated wait.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23444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1234440"/>
            <a:ext cx="73152" cy="1691640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3990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Search &amp; 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56232"/>
            <a:ext cx="29718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Search by place, branch, doctor or service and filter by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23444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1234440"/>
            <a:ext cx="73152" cy="1691640"/>
          </a:xfrm>
          <a:prstGeom prst="rect">
            <a:avLst/>
          </a:prstGeom>
          <a:solidFill>
            <a:srgbClr val="F4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3990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Service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856232"/>
            <a:ext cx="29718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Choose a specific desk, consultation or service before joining.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8328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73152" cy="1691640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5478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Role-based 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05072"/>
            <a:ext cx="29718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Separate access for customers, staff and administrators.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38328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26280" y="3383280"/>
            <a:ext cx="73152" cy="169164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35478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Queue load 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005072"/>
            <a:ext cx="29718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Low, medium and high indicators make crowd levels easy to understand.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38328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21040" y="3383280"/>
            <a:ext cx="73152" cy="1691640"/>
          </a:xfrm>
          <a:prstGeom prst="rect">
            <a:avLst/>
          </a:prstGeom>
          <a:solidFill>
            <a:srgbClr val="F4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35478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Responsive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005072"/>
            <a:ext cx="29718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Clean cards, readable typography and simple navigation.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78308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3990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0B1834"/>
                </a:solidFill>
                <a:latin typeface="Aptos Display"/>
              </a:defRPr>
            </a:pPr>
            <a:r>
              <a:t>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56232"/>
            <a:ext cx="466344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86D8F"/>
                </a:solidFill>
                <a:latin typeface="Aptos"/>
              </a:defRPr>
            </a:pPr>
            <a:r>
              <a:t>Provides the page structure: headings, forms, buttons, cards and semantic elements.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234440"/>
            <a:ext cx="73152" cy="1783080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3990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0B1834"/>
                </a:solidFill>
                <a:latin typeface="Aptos Display"/>
              </a:defRPr>
            </a:pPr>
            <a: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56232"/>
            <a:ext cx="466344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86D8F"/>
                </a:solidFill>
                <a:latin typeface="Aptos"/>
              </a:defRPr>
            </a:pPr>
            <a:r>
              <a:t>Designs layout, spacing, colors, typography, responsiveness and visual consistency.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7472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474720"/>
            <a:ext cx="73152" cy="1783080"/>
          </a:xfrm>
          <a:prstGeom prst="rect">
            <a:avLst/>
          </a:prstGeom>
          <a:solidFill>
            <a:srgbClr val="F4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6393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0B1834"/>
                </a:solidFill>
                <a:latin typeface="Aptos Display"/>
              </a:defRPr>
            </a:pPr>
            <a: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96512"/>
            <a:ext cx="466344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86D8F"/>
                </a:solidFill>
                <a:latin typeface="Aptos"/>
              </a:defRPr>
            </a:pPr>
            <a:r>
              <a:t>Adds search, filtering, validation, events, queue updates and dynamic behavior.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47472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474720"/>
            <a:ext cx="73152" cy="178308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36393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0B1834"/>
                </a:solidFill>
                <a:latin typeface="Aptos Display"/>
              </a:defRPr>
            </a:pPr>
            <a:r>
              <a:t>React.js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096512"/>
            <a:ext cx="466344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86D8F"/>
                </a:solidFill>
                <a:latin typeface="Aptos"/>
              </a:defRPr>
            </a:pPr>
            <a:r>
              <a:t>Creates reusable components and updates the UI efficiently using state and props.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 i="1">
                <a:solidFill>
                  <a:srgbClr val="586D8F"/>
                </a:solidFill>
                <a:latin typeface="Aptos"/>
              </a:defRPr>
            </a:pPr>
            <a:r>
              <a:t>Result: a clean, interactive and component-based web application.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06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051560"/>
            <a:ext cx="530352" cy="530352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179576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" y="1581912"/>
            <a:ext cx="45720" cy="429768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91640" y="1014983"/>
            <a:ext cx="9418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91640" y="1014983"/>
            <a:ext cx="73152" cy="68580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1179575"/>
            <a:ext cx="9006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Open homepage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499615"/>
            <a:ext cx="90068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rPr dirty="0"/>
              <a:t>The user sees the purpose of </a:t>
            </a:r>
            <a:r>
              <a:rPr dirty="0" err="1"/>
              <a:t>QueueLess</a:t>
            </a:r>
            <a:r>
              <a:rPr dirty="0"/>
              <a:t> and the main search bar.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011680"/>
            <a:ext cx="530352" cy="530352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39696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10996" y="2542032"/>
            <a:ext cx="45720" cy="429768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691640" y="1975104"/>
            <a:ext cx="9418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91640" y="1975104"/>
            <a:ext cx="73152" cy="685800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20240" y="2139696"/>
            <a:ext cx="9006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Search a 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59736"/>
            <a:ext cx="90068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rPr dirty="0"/>
              <a:t>Matching hospitals, banks, labs and other services are displayed.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2971800"/>
            <a:ext cx="530352" cy="530352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099816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0996" y="3502152"/>
            <a:ext cx="45720" cy="429768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691640" y="2935224"/>
            <a:ext cx="9418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691640" y="2935224"/>
            <a:ext cx="73152" cy="68580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20240" y="3099816"/>
            <a:ext cx="9006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Review queue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419856"/>
            <a:ext cx="90068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rPr dirty="0"/>
              <a:t>The user checks waiting time, current token, people waiting and counters.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3931920"/>
            <a:ext cx="530352" cy="530352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059936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0996" y="4462272"/>
            <a:ext cx="45720" cy="429768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691640" y="3895344"/>
            <a:ext cx="9418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91640" y="3895344"/>
            <a:ext cx="73152" cy="685800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20240" y="4059936"/>
            <a:ext cx="9006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Select a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379976"/>
            <a:ext cx="90068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rPr dirty="0"/>
              <a:t>The user chooses the required desk or consultation.</a:t>
            </a:r>
          </a:p>
        </p:txBody>
      </p:sp>
      <p:sp>
        <p:nvSpPr>
          <p:cNvPr id="33" name="Oval 32"/>
          <p:cNvSpPr/>
          <p:nvPr/>
        </p:nvSpPr>
        <p:spPr>
          <a:xfrm>
            <a:off x="868680" y="4892040"/>
            <a:ext cx="530352" cy="530352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020055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91640" y="4855464"/>
            <a:ext cx="9418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691640" y="4855464"/>
            <a:ext cx="73152" cy="68580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20240" y="5020055"/>
            <a:ext cx="9006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Sign in / continue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340095"/>
            <a:ext cx="90068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rPr dirty="0"/>
              <a:t>The user enters the login flow and proceeds with the queue journey.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rPr dirty="0"/>
              <a:t>Application Screenshots —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331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rPr dirty="0"/>
              <a:t>QUEUELESS  / 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" y="594360"/>
            <a:ext cx="5879592" cy="2834640"/>
          </a:xfrm>
          <a:prstGeom prst="roundRect">
            <a:avLst/>
          </a:prstGeom>
          <a:solidFill>
            <a:srgbClr val="0070C0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5e0e3d5-b0c6-4b8e-bc3b-7540be05c9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0" y="858286"/>
            <a:ext cx="5565651" cy="23329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59" y="674369"/>
            <a:ext cx="5766814" cy="2763316"/>
          </a:xfrm>
          <a:prstGeom prst="roundRect">
            <a:avLst/>
          </a:prstGeom>
          <a:solidFill>
            <a:srgbClr val="0070C0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da416e7-cce7-4632-b4d6-4a8021ceba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2" y="883475"/>
            <a:ext cx="5407151" cy="23618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64592" y="3529969"/>
            <a:ext cx="5870448" cy="2816883"/>
          </a:xfrm>
          <a:prstGeom prst="roundRect">
            <a:avLst/>
          </a:prstGeom>
          <a:solidFill>
            <a:srgbClr val="0070C0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2e36d7e4-6697-43aa-bcc0-e03cd22679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75" y="3721608"/>
            <a:ext cx="5471083" cy="244670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27064" y="3545127"/>
            <a:ext cx="5931405" cy="2796236"/>
          </a:xfrm>
          <a:prstGeom prst="roundRect">
            <a:avLst/>
          </a:prstGeom>
          <a:solidFill>
            <a:srgbClr val="0070C0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446e09d-84c8-470d-ae0a-58cfc6c0a9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751" y="3736653"/>
            <a:ext cx="5379642" cy="2431663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Benefits and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9487" y="1046988"/>
            <a:ext cx="10332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051560"/>
            <a:ext cx="73152" cy="713232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216151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Saves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" y="1536191"/>
            <a:ext cx="99212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rPr dirty="0"/>
              <a:t>Users can plan visits according to current queue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84248"/>
            <a:ext cx="10332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984248"/>
            <a:ext cx="73152" cy="713232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148840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Improves 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88028"/>
            <a:ext cx="99212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rPr dirty="0"/>
              <a:t>Important queue information is visible and easy to compare.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16936"/>
            <a:ext cx="10332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2916936"/>
            <a:ext cx="73152" cy="713232"/>
          </a:xfrm>
          <a:prstGeom prst="rect">
            <a:avLst/>
          </a:prstGeom>
          <a:solidFill>
            <a:srgbClr val="F4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081528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Better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29000"/>
            <a:ext cx="99212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rPr dirty="0"/>
              <a:t>Simple navigation and clear status labels reduce confusion.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49624"/>
            <a:ext cx="10332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3849624"/>
            <a:ext cx="73152" cy="713232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4014215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Supports staff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" y="4366533"/>
            <a:ext cx="99212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rPr dirty="0"/>
              <a:t>Organizations can monitor demand and service activity.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82312"/>
            <a:ext cx="10332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4782312"/>
            <a:ext cx="73152" cy="713232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946904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Scalable concept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294063"/>
            <a:ext cx="99212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rPr dirty="0"/>
              <a:t>The same model can support hospitals, banks, labs and public offices.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972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B1834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19072"/>
            <a:ext cx="48006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86D8F"/>
                </a:solidFill>
                <a:latin typeface="Aptos"/>
              </a:defRPr>
            </a:pPr>
            <a:r>
              <a:t>• Real-time backend and database integration</a:t>
            </a:r>
            <a:br/>
            <a:r>
              <a:t>• SMS, email and push notifications</a:t>
            </a:r>
            <a:br/>
            <a:r>
              <a:t>• Digital token booking and cancellation</a:t>
            </a:r>
            <a:br/>
            <a:r>
              <a:t>• Live maps and nearby locations</a:t>
            </a:r>
            <a:br/>
            <a:r>
              <a:t>• Staff analytics dashboard</a:t>
            </a:r>
            <a:br/>
            <a:r>
              <a:t>• AI-based waiting-time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2618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B1834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19072"/>
            <a:ext cx="48006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86D8F"/>
                </a:solidFill>
                <a:latin typeface="Aptos"/>
              </a:defRPr>
            </a:pPr>
            <a:r>
              <a:t>QueueLess makes queue information accessible before a visit.</a:t>
            </a:r>
            <a:br/>
            <a:br/>
            <a:r>
              <a:t>It combines search, queue indicators, service selection and role-based access in one user-friendly platform.</a:t>
            </a:r>
            <a:br/>
            <a:br/>
            <a:r>
              <a:t>Goal: reduce uncertainty, save time and improve service experiences.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2865EB"/>
                </a:solidFill>
                <a:latin typeface="Aptos Display"/>
              </a:defRPr>
            </a:pPr>
            <a:r>
              <a:t>Thank you!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640</Words>
  <Application>Microsoft Office PowerPoint</Application>
  <PresentationFormat>Widescreen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aastha garcha</cp:lastModifiedBy>
  <cp:revision>2</cp:revision>
  <dcterms:created xsi:type="dcterms:W3CDTF">2013-01-27T09:14:16Z</dcterms:created>
  <dcterms:modified xsi:type="dcterms:W3CDTF">2026-09-14T09:45:00Z</dcterms:modified>
  <cp:category/>
</cp:coreProperties>
</file>